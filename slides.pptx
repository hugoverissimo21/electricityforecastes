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0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7"/>
    <p:restoredTop sz="94681"/>
  </p:normalViewPr>
  <p:slideViewPr>
    <p:cSldViewPr snapToGrid="0">
      <p:cViewPr varScale="1">
        <p:scale>
          <a:sx n="113" d="100"/>
          <a:sy n="113" d="100"/>
        </p:scale>
        <p:origin x="216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3EA34C-9AFF-2249-84E1-B124EBF18696}" type="datetimeFigureOut">
              <a:rPr lang="en-PT" smtClean="0"/>
              <a:t>05/06/2025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26933-0EE0-0045-9B90-D437E95F6CD2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12192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1789D-7397-0746-936F-FCB6CAF06201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38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11E54-4010-5F41-84CF-866B4D0376CF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864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6AE9-091D-ED42-A71D-D8734B448316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804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45AE2-353B-DB4A-8156-9FBD00A5A056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163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D93A5-F0AA-E141-BE1C-D49DBFA49EA8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1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4D84E-9AFE-504A-8542-6872970C604D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996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9C2D1-D34F-D146-B405-1241C291F4C3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7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37B4C-699E-0047-A2F3-3BAF77E1D80C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698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BADFC25F-17A7-FB4A-ACDE-8081FA614CF0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338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1B379-C2BC-FC44-96DD-FCABC7F3A568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489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F1242-A42E-D349-AEE9-A0D9932A8217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577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91B09D2-E2B7-8A49-9CAD-1FE5553BC897}" type="datetime1">
              <a:rPr lang="en-US" smtClean="0"/>
              <a:t>6/5/25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399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E8DE-3DDA-4765-0741-24A5D8CF76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363CD-49EC-5C9C-B2D2-419361C805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PT" dirty="0"/>
              <a:t>presentacao com max de 10min</a:t>
            </a:r>
          </a:p>
        </p:txBody>
      </p:sp>
    </p:spTree>
    <p:extLst>
      <p:ext uri="{BB962C8B-B14F-4D97-AF65-F5344CB8AC3E}">
        <p14:creationId xmlns:p14="http://schemas.microsoft.com/office/powerpoint/2010/main" val="293016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F2614-9103-D3BC-BC7A-17E7791C5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A0A52-3A37-BC18-0717-681311D82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D3AFF-C7D1-93C0-AFDB-AC5A50143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514694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0</TotalTime>
  <Words>7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Gill Sans MT</vt:lpstr>
      <vt:lpstr>Parcel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C. Veríssimo</dc:creator>
  <cp:lastModifiedBy>Hugo C. Veríssimo</cp:lastModifiedBy>
  <cp:revision>1</cp:revision>
  <dcterms:created xsi:type="dcterms:W3CDTF">2025-06-05T16:34:41Z</dcterms:created>
  <dcterms:modified xsi:type="dcterms:W3CDTF">2025-06-05T16:35:27Z</dcterms:modified>
</cp:coreProperties>
</file>